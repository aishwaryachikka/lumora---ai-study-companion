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Cell Biology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Cells are the basic unit of life.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Organelles have specialized functions.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